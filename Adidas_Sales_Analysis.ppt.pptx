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ADIDAS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Power BI Project</a:t>
            </a:r>
          </a:p>
          <a:p>
            <a:r>
              <a:rPr dirty="0"/>
              <a:t>Sneha Mondal</a:t>
            </a:r>
          </a:p>
        </p:txBody>
      </p:sp>
      <p:pic>
        <p:nvPicPr>
          <p:cNvPr id="4" name="Picture 3" descr="Adida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17513"/>
            <a:ext cx="927399" cy="62470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82880"/>
            <a:ext cx="8778240" cy="621792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94" y="370190"/>
            <a:ext cx="7044813" cy="1143000"/>
          </a:xfrm>
        </p:spPr>
        <p:txBody>
          <a:bodyPr>
            <a:normAutofit/>
          </a:bodyPr>
          <a:lstStyle/>
          <a:p>
            <a:r>
              <a:rPr sz="40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Business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4838"/>
            <a:ext cx="8229600" cy="4172002"/>
          </a:xfrm>
        </p:spPr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Enable data-driven decision-making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Understand sales trends and key drivers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Identify high and low performing regions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Analyze product performance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Improve pricing and margin strategies</a:t>
            </a:r>
          </a:p>
        </p:txBody>
      </p:sp>
      <p:pic>
        <p:nvPicPr>
          <p:cNvPr id="4" name="Picture 3" descr="Adida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59" y="280140"/>
            <a:ext cx="837709" cy="5642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82880"/>
            <a:ext cx="8778240" cy="621792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304" y="321833"/>
            <a:ext cx="6346723" cy="1143000"/>
          </a:xfrm>
        </p:spPr>
        <p:txBody>
          <a:bodyPr>
            <a:normAutofit/>
          </a:bodyPr>
          <a:lstStyle/>
          <a:p>
            <a:r>
              <a:rPr sz="40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Analyze overall sales and profit trends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Identify top and underperforming products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Evaluate regional sales performance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Understand customer buying behavior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Support strategic business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82880"/>
            <a:ext cx="8778240" cy="621792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idas_logo.png">
            <a:extLst>
              <a:ext uri="{FF2B5EF4-FFF2-40B4-BE49-F238E27FC236}">
                <a16:creationId xmlns:a16="http://schemas.microsoft.com/office/drawing/2014/main" id="{C85A9E6D-EF88-40F9-5418-6EB483E84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59" y="280140"/>
            <a:ext cx="837709" cy="5642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623" y="320040"/>
            <a:ext cx="7005484" cy="1143000"/>
          </a:xfrm>
        </p:spPr>
        <p:txBody>
          <a:bodyPr>
            <a:normAutofit/>
          </a:bodyPr>
          <a:lstStyle/>
          <a:p>
            <a:r>
              <a:rPr sz="40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Sales transaction data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Product details (category, type, price)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Customer information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Regional and store location data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Time-based fields (date, month, year)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82880"/>
            <a:ext cx="8778240" cy="621792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idas_logo.png">
            <a:extLst>
              <a:ext uri="{FF2B5EF4-FFF2-40B4-BE49-F238E27FC236}">
                <a16:creationId xmlns:a16="http://schemas.microsoft.com/office/drawing/2014/main" id="{C5AC066A-4068-D10A-E2E0-0E52DFBC2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59" y="280140"/>
            <a:ext cx="837709" cy="5642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10284" cy="1143000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Data Model – Star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Fact Table: Sales (Amount, Quantity, Profit, Discount)</a:t>
            </a:r>
          </a:p>
          <a:p>
            <a:r>
              <a:rPr sz="2800"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Product Dimension</a:t>
            </a:r>
          </a:p>
          <a:p>
            <a:r>
              <a:rPr sz="2800"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Customer Dimension</a:t>
            </a:r>
          </a:p>
          <a:p>
            <a:r>
              <a:rPr sz="2800"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Geography Dimension</a:t>
            </a:r>
          </a:p>
          <a:p>
            <a:r>
              <a:rPr sz="2800"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Date Dimension</a:t>
            </a:r>
          </a:p>
          <a:p>
            <a:r>
              <a:rPr sz="2800"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Store / Channel Dimension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82880"/>
            <a:ext cx="8778240" cy="621792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idas_logo.png">
            <a:extLst>
              <a:ext uri="{FF2B5EF4-FFF2-40B4-BE49-F238E27FC236}">
                <a16:creationId xmlns:a16="http://schemas.microsoft.com/office/drawing/2014/main" id="{9F5003D7-A052-B6DE-1032-1904E196A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59" y="280140"/>
            <a:ext cx="837709" cy="564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794" y="331665"/>
            <a:ext cx="6386052" cy="1143000"/>
          </a:xfrm>
        </p:spPr>
        <p:txBody>
          <a:bodyPr>
            <a:normAutofit/>
          </a:bodyPr>
          <a:lstStyle/>
          <a:p>
            <a:r>
              <a:rPr sz="40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Dashboard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Sales Overview Dashboard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Product Performance Dashboard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Regional Sales Dashboard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Customer Insights Dashboard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Profitability &amp; Margin Analysis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82880"/>
            <a:ext cx="8778240" cy="621792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idas_logo.png">
            <a:extLst>
              <a:ext uri="{FF2B5EF4-FFF2-40B4-BE49-F238E27FC236}">
                <a16:creationId xmlns:a16="http://schemas.microsoft.com/office/drawing/2014/main" id="{BE2ADC8F-B2E9-B8F2-7D6E-8A0A22BAE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59" y="280140"/>
            <a:ext cx="837709" cy="5642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Provides actionable sales insights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Improves product and inventory planning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Supports data-driven pricing and marketing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Bell MT" panose="02020503060305020303" pitchFamily="18" charset="0"/>
              </a:rPr>
              <a:t>Enables effective business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82880"/>
            <a:ext cx="8778240" cy="621792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idas_logo.png">
            <a:extLst>
              <a:ext uri="{FF2B5EF4-FFF2-40B4-BE49-F238E27FC236}">
                <a16:creationId xmlns:a16="http://schemas.microsoft.com/office/drawing/2014/main" id="{7209D1E8-D9FB-2E4A-C86C-BE58FB67D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59" y="280140"/>
            <a:ext cx="837709" cy="5642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156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Algerian</vt:lpstr>
      <vt:lpstr>Arial</vt:lpstr>
      <vt:lpstr>Bell MT</vt:lpstr>
      <vt:lpstr>Calibri</vt:lpstr>
      <vt:lpstr>Office Theme</vt:lpstr>
      <vt:lpstr>ADIDAS SALES ANALYSIS</vt:lpstr>
      <vt:lpstr>Business Requirements</vt:lpstr>
      <vt:lpstr>Project Objectives</vt:lpstr>
      <vt:lpstr>Dataset Information</vt:lpstr>
      <vt:lpstr>Data Model – Star Schema</vt:lpstr>
      <vt:lpstr>Dashboard Pages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Sneha Mondal</cp:lastModifiedBy>
  <cp:revision>2</cp:revision>
  <dcterms:created xsi:type="dcterms:W3CDTF">2013-01-27T09:14:16Z</dcterms:created>
  <dcterms:modified xsi:type="dcterms:W3CDTF">2026-02-04T19:00:10Z</dcterms:modified>
  <cp:category/>
</cp:coreProperties>
</file>